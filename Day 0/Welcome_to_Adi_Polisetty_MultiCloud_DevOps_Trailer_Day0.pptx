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503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57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76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86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7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97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7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37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35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1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40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8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Adi Polisetty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t>Multi-Cloud DevOps | Launching Soon</a:t>
            </a:r>
          </a:p>
          <a:p>
            <a:r>
              <a:t>Helping Working Professionals Transition to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This Channel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Working IT Professionals</a:t>
            </a:r>
          </a:p>
          <a:p>
            <a:r>
              <a:t>• Support / Infrastructure Engineers</a:t>
            </a:r>
          </a:p>
          <a:p>
            <a:r>
              <a:t>• Operations &amp; Testing Engineers</a:t>
            </a:r>
          </a:p>
          <a:p>
            <a:r>
              <a:t>• Professionals Planning Career Transition to DevOps &amp;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Will Be Covered?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AWS Fundamentals &amp; Real Projects</a:t>
            </a:r>
          </a:p>
          <a:p>
            <a:r>
              <a:t>• Azure DevOps Pipelines</a:t>
            </a:r>
          </a:p>
          <a:p>
            <a:r>
              <a:t>• GCP Automation</a:t>
            </a:r>
          </a:p>
          <a:p>
            <a:r>
              <a:t>• CI/CD End-to-End</a:t>
            </a:r>
          </a:p>
          <a:p>
            <a:r>
              <a:t>• Terraform Multi-Cloud</a:t>
            </a:r>
          </a:p>
          <a:p>
            <a:r>
              <a:t>• Docker &amp; Kubernetes</a:t>
            </a:r>
          </a:p>
          <a:p>
            <a:r>
              <a:t>• Real Industry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&amp; Practical Curriculum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Step-by-step Roadmap</a:t>
            </a:r>
          </a:p>
          <a:p>
            <a:r>
              <a:t>• Real-world Implementations</a:t>
            </a:r>
          </a:p>
          <a:p>
            <a:r>
              <a:t>• GitHub Repository with Complete Code</a:t>
            </a:r>
          </a:p>
          <a:p>
            <a:r>
              <a:t>• Designed for Industry-Level Readiness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Official 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https://github.com/adinarayanap</a:t>
            </a:r>
          </a:p>
          <a:p>
            <a:endParaRPr/>
          </a:p>
          <a:p>
            <a:r>
              <a:t>All labs, code, and curriculum structure</a:t>
            </a:r>
          </a:p>
          <a:p>
            <a:r>
              <a:t>will be available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Official Launch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February 11th, 2026</a:t>
            </a:r>
          </a:p>
          <a:p>
            <a:endParaRPr/>
          </a:p>
          <a:p>
            <a:r>
              <a:t>Subscribe &amp; Stay Tuned</a:t>
            </a:r>
          </a:p>
          <a:p>
            <a:r>
              <a:t>Let’s Build Real DevOps Skills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141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Welcome to Adi Polisetty</vt:lpstr>
      <vt:lpstr>Who Is This Channel For?</vt:lpstr>
      <vt:lpstr>What Will Be Covered?</vt:lpstr>
      <vt:lpstr>Structured &amp; Practical Curriculum</vt:lpstr>
      <vt:lpstr>Official GitHub Repository</vt:lpstr>
      <vt:lpstr>Official Launch Date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adi polisetty</cp:lastModifiedBy>
  <cp:revision>2</cp:revision>
  <dcterms:created xsi:type="dcterms:W3CDTF">2013-01-27T09:14:16Z</dcterms:created>
  <dcterms:modified xsi:type="dcterms:W3CDTF">2026-02-10T04:35:33Z</dcterms:modified>
  <cp:category/>
</cp:coreProperties>
</file>