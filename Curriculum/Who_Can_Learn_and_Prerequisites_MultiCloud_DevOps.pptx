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Who Can Learn Multi-Cloud DevOps?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Eligibility &amp; Prerequisites Explained</a:t>
            </a:r>
          </a:p>
          <a:p>
            <a:r>
              <a:t>Adi Polisetty | Multi-Cloud DevOps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Can Learn This Roadmap?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Freshers (B.Tech / BCA / MCA / Graduates)</a:t>
            </a:r>
          </a:p>
          <a:p>
            <a:r>
              <a:t>✔ Final Year Students</a:t>
            </a:r>
          </a:p>
          <a:p>
            <a:r>
              <a:t>✔ Support Engineers</a:t>
            </a:r>
          </a:p>
          <a:p>
            <a:r>
              <a:t>✔ Infrastructure / System Admins</a:t>
            </a:r>
          </a:p>
          <a:p>
            <a:r>
              <a:t>✔ Network Engineers</a:t>
            </a:r>
          </a:p>
          <a:p>
            <a:r>
              <a:t>✔ Testing / Operations Professionals</a:t>
            </a:r>
          </a:p>
          <a:p>
            <a:r>
              <a:t>✔ IT Professionals planning career transition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You Are a Fresher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must first build strong foundations:</a:t>
            </a:r>
          </a:p>
          <a:p/>
          <a:p>
            <a:r>
              <a:t>• Basic Linux Commands</a:t>
            </a:r>
          </a:p>
          <a:p>
            <a:r>
              <a:t>• Networking Fundamentals</a:t>
            </a:r>
          </a:p>
          <a:p>
            <a:r>
              <a:t>• Cloud Computing Basics</a:t>
            </a:r>
          </a:p>
          <a:p>
            <a:r>
              <a:t>• Git &amp; GitHub</a:t>
            </a:r>
          </a:p>
          <a:p>
            <a:r>
              <a:t>• Basic Scripting (Bash / PowerShell)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You Are an Experienced Professional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likely already know:</a:t>
            </a:r>
          </a:p>
          <a:p/>
          <a:p>
            <a:r>
              <a:t>• Servers &amp; Infrastructure</a:t>
            </a:r>
          </a:p>
          <a:p>
            <a:r>
              <a:t>• Networking Basics</a:t>
            </a:r>
          </a:p>
          <a:p>
            <a:r>
              <a:t>• IT Operations Process</a:t>
            </a:r>
          </a:p>
          <a:p/>
          <a:p>
            <a:r>
              <a:t>Focus On:</a:t>
            </a:r>
          </a:p>
          <a:p>
            <a:r>
              <a:t>• Cloud Services Mapping</a:t>
            </a:r>
          </a:p>
          <a:p>
            <a:r>
              <a:t>• CI/CD Pipelines</a:t>
            </a:r>
          </a:p>
          <a:p>
            <a:r>
              <a:t>• Terraform (IaC)</a:t>
            </a:r>
          </a:p>
          <a:p>
            <a:r>
              <a:t>• Docker &amp; Kubernetes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Prerequisites for Multi-Cloud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Minimum Knowledge Required:</a:t>
            </a:r>
          </a:p>
          <a:p/>
          <a:p>
            <a:r>
              <a:t>• Basic Command Line Usage</a:t>
            </a:r>
          </a:p>
          <a:p>
            <a:r>
              <a:t>• Understanding of Servers &amp; Networking</a:t>
            </a:r>
          </a:p>
          <a:p>
            <a:r>
              <a:t>• Basic Git Workflow</a:t>
            </a:r>
          </a:p>
          <a:p>
            <a:r>
              <a:t>• Interest in Automation</a:t>
            </a:r>
          </a:p>
          <a:p>
            <a:r>
              <a:t>• Willingness to Practice Hands-On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7-Day Preparation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 – Linux Basics</a:t>
            </a:r>
          </a:p>
          <a:p>
            <a:r>
              <a:t>Day 2 – Networking Fundamentals</a:t>
            </a:r>
          </a:p>
          <a:p>
            <a:r>
              <a:t>Day 3 – Git &amp; GitHub</a:t>
            </a:r>
          </a:p>
          <a:p>
            <a:r>
              <a:t>Day 4 – AWS Basics</a:t>
            </a:r>
          </a:p>
          <a:p>
            <a:r>
              <a:t>Day 5 – CI/CD Concepts</a:t>
            </a:r>
          </a:p>
          <a:p>
            <a:r>
              <a:t>Day 6 – Docker Introduction</a:t>
            </a:r>
          </a:p>
          <a:p>
            <a:r>
              <a:t>Day 7 – Mini Cloud Practice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Ready to Begin?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the groundwork first.</a:t>
            </a:r>
          </a:p>
          <a:p/>
          <a:p>
            <a:r>
              <a:t>Then follow the structured Multi-Cloud DevOps roadmap.</a:t>
            </a:r>
          </a:p>
          <a:p/>
          <a:p>
            <a:r>
              <a:t>Let’s build real DevOps skills — not just certifications.</a:t>
            </a:r>
          </a:p>
          <a:p/>
          <a:p>
            <a:r>
              <a:t>Adi Polisetty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